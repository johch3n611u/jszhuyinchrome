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37019"/>
              </p:ext>
            </p:extLst>
          </p:nvPr>
        </p:nvGraphicFramePr>
        <p:xfrm>
          <a:off x="3995936" y="764704"/>
          <a:ext cx="1574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封裝程式殼層物件" showAsIcon="1" r:id="rId3" imgW="1575000" imgH="647640" progId="Package">
                  <p:embed/>
                </p:oleObj>
              </mc:Choice>
              <mc:Fallback>
                <p:oleObj name="封裝程式殼層物件" showAsIcon="1" r:id="rId3" imgW="1575000" imgH="6476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95936" y="764704"/>
                        <a:ext cx="15748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3283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如螢幕大小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宋体</vt:lpstr>
      <vt:lpstr>Arial</vt:lpstr>
      <vt:lpstr>Calibri</vt:lpstr>
      <vt:lpstr>Office 主题</vt:lpstr>
      <vt:lpstr>封裝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劉新龍</dc:creator>
  <cp:lastModifiedBy>vyuhvulbklnkml</cp:lastModifiedBy>
  <cp:revision>1</cp:revision>
  <dcterms:created xsi:type="dcterms:W3CDTF">2026-09-03T10:20:49Z</dcterms:created>
  <dcterms:modified xsi:type="dcterms:W3CDTF">2026-09-03T10:21:18Z</dcterms:modified>
</cp:coreProperties>
</file>